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f94a15b6044e43" /><Relationship Type="http://schemas.openxmlformats.org/officeDocument/2006/relationships/extended-properties" Target="/docProps/app.xml" Id="R45272a8177d749a0" /><Relationship Type="http://schemas.openxmlformats.org/officeDocument/2006/relationships/officeDocument" Target="/ppt/presentation.xml" Id="Rde9c95ff7b2b4d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627acb1b014bda"/>
    <p:sldMasterId xmlns:r="http://schemas.openxmlformats.org/officeDocument/2006/relationships" id="2147483655" r:id="R97aba1b9ac534b6f"/>
  </p:sldMasterIdLst>
  <p:notesMasterIdLst>
    <p:notesMasterId xmlns:r="http://schemas.openxmlformats.org/officeDocument/2006/relationships" r:id="R8e2281248b614fe4"/>
  </p:notesMasterIdLst>
  <p:sldIdLst>
    <p:sldId xmlns:r="http://schemas.openxmlformats.org/officeDocument/2006/relationships" id="256" r:id="R7e1e8766257f4250"/>
    <p:sldId xmlns:r="http://schemas.openxmlformats.org/officeDocument/2006/relationships" id="257" r:id="Rbadae998c9404bc5"/>
    <p:sldId xmlns:r="http://schemas.openxmlformats.org/officeDocument/2006/relationships" id="258" r:id="R7aae4e37f14a4723"/>
    <p:sldId xmlns:r="http://schemas.openxmlformats.org/officeDocument/2006/relationships" id="259" r:id="R5270d8d3d2bc4fce"/>
    <p:sldId xmlns:r="http://schemas.openxmlformats.org/officeDocument/2006/relationships" id="260" r:id="R935001cf1b554753"/>
    <p:sldId xmlns:r="http://schemas.openxmlformats.org/officeDocument/2006/relationships" id="261" r:id="R57b7d1b5b60d4608"/>
    <p:sldId xmlns:r="http://schemas.openxmlformats.org/officeDocument/2006/relationships" id="262" r:id="R463eab2462ca4ab8"/>
    <p:sldId xmlns:r="http://schemas.openxmlformats.org/officeDocument/2006/relationships" id="263" r:id="R7ea9453bef86466b"/>
    <p:sldId xmlns:r="http://schemas.openxmlformats.org/officeDocument/2006/relationships" id="264" r:id="R8dc4614424424312"/>
    <p:sldId xmlns:r="http://schemas.openxmlformats.org/officeDocument/2006/relationships" id="265" r:id="R77826131cde54efa"/>
    <p:sldId xmlns:r="http://schemas.openxmlformats.org/officeDocument/2006/relationships" id="266" r:id="R94867f16ca674d86"/>
    <p:sldId xmlns:r="http://schemas.openxmlformats.org/officeDocument/2006/relationships" id="267" r:id="R5ea4990048434783"/>
    <p:sldId xmlns:r="http://schemas.openxmlformats.org/officeDocument/2006/relationships" id="268" r:id="Rd89f84e349d74b0a"/>
    <p:sldId xmlns:r="http://schemas.openxmlformats.org/officeDocument/2006/relationships" id="269" r:id="R25dd7a96cf934246"/>
    <p:sldId xmlns:r="http://schemas.openxmlformats.org/officeDocument/2006/relationships" id="270" r:id="R6539e11349f64a72"/>
    <p:sldId xmlns:r="http://schemas.openxmlformats.org/officeDocument/2006/relationships" id="271" r:id="R13e1dcb628374f7a"/>
    <p:sldId xmlns:r="http://schemas.openxmlformats.org/officeDocument/2006/relationships" id="272" r:id="R340a65840e1443c8"/>
    <p:sldId xmlns:r="http://schemas.openxmlformats.org/officeDocument/2006/relationships" id="273" r:id="Rf8002f546ce94f10"/>
    <p:sldId xmlns:r="http://schemas.openxmlformats.org/officeDocument/2006/relationships" id="274" r:id="R28043ffb47e843c3"/>
    <p:sldId xmlns:r="http://schemas.openxmlformats.org/officeDocument/2006/relationships" id="275" r:id="R937d6d72ac5d4eed"/>
    <p:sldId xmlns:r="http://schemas.openxmlformats.org/officeDocument/2006/relationships" id="276" r:id="Rea6341fbe4804f0f"/>
    <p:sldId xmlns:r="http://schemas.openxmlformats.org/officeDocument/2006/relationships" id="277" r:id="R009676bf96094e09"/>
    <p:sldId xmlns:r="http://schemas.openxmlformats.org/officeDocument/2006/relationships" id="278" r:id="Rf59969b5a6684320"/>
    <p:sldId xmlns:r="http://schemas.openxmlformats.org/officeDocument/2006/relationships" id="279" r:id="R23efe97491ac46c3"/>
    <p:sldId xmlns:r="http://schemas.openxmlformats.org/officeDocument/2006/relationships" id="280" r:id="R22786c630afd4d47"/>
    <p:sldId xmlns:r="http://schemas.openxmlformats.org/officeDocument/2006/relationships" id="281" r:id="R582ea1d7179745d0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4669dde39b449e" /><Relationship Type="http://schemas.openxmlformats.org/officeDocument/2006/relationships/slideMaster" Target="/ppt/slideMasters/slideMaster1.xml" Id="R01627acb1b014bda" /><Relationship Type="http://schemas.openxmlformats.org/officeDocument/2006/relationships/slideMaster" Target="/ppt/slideMasters/slideMaster2.xml" Id="R97aba1b9ac534b6f" /><Relationship Type="http://schemas.openxmlformats.org/officeDocument/2006/relationships/notesMaster" Target="/ppt/notesMasters/notesMaster1.xml" Id="R8e2281248b614fe4" /><Relationship Type="http://schemas.openxmlformats.org/officeDocument/2006/relationships/presProps" Target="/ppt/presProps.xml" Id="Rdd360e5cecc14c03" /><Relationship Type="http://schemas.openxmlformats.org/officeDocument/2006/relationships/viewProps" Target="/ppt/viewProps.xml" Id="R66fd2cd9298e4ca7" /><Relationship Type="http://schemas.openxmlformats.org/officeDocument/2006/relationships/tableStyles" Target="/ppt/tableStyles.xml" Id="R97583600fcaa4858" /><Relationship Type="http://schemas.openxmlformats.org/officeDocument/2006/relationships/slide" Target="/ppt/slides/slide1.xml" Id="R7e1e8766257f4250" /><Relationship Type="http://schemas.openxmlformats.org/officeDocument/2006/relationships/slide" Target="/ppt/slides/slide2.xml" Id="Rbadae998c9404bc5" /><Relationship Type="http://schemas.openxmlformats.org/officeDocument/2006/relationships/slide" Target="/ppt/slides/slide3.xml" Id="R7aae4e37f14a4723" /><Relationship Type="http://schemas.openxmlformats.org/officeDocument/2006/relationships/slide" Target="/ppt/slides/slide4.xml" Id="R5270d8d3d2bc4fce" /><Relationship Type="http://schemas.openxmlformats.org/officeDocument/2006/relationships/slide" Target="/ppt/slides/slide5.xml" Id="R935001cf1b554753" /><Relationship Type="http://schemas.openxmlformats.org/officeDocument/2006/relationships/slide" Target="/ppt/slides/slide6.xml" Id="R57b7d1b5b60d4608" /><Relationship Type="http://schemas.openxmlformats.org/officeDocument/2006/relationships/slide" Target="/ppt/slides/slide7.xml" Id="R463eab2462ca4ab8" /><Relationship Type="http://schemas.openxmlformats.org/officeDocument/2006/relationships/slide" Target="/ppt/slides/slide8.xml" Id="R7ea9453bef86466b" /><Relationship Type="http://schemas.openxmlformats.org/officeDocument/2006/relationships/slide" Target="/ppt/slides/slide9.xml" Id="R8dc4614424424312" /><Relationship Type="http://schemas.openxmlformats.org/officeDocument/2006/relationships/slide" Target="/ppt/slides/slide10.xml" Id="R77826131cde54efa" /><Relationship Type="http://schemas.openxmlformats.org/officeDocument/2006/relationships/slide" Target="/ppt/slides/slide11.xml" Id="R94867f16ca674d86" /><Relationship Type="http://schemas.openxmlformats.org/officeDocument/2006/relationships/slide" Target="/ppt/slides/slide12.xml" Id="R5ea4990048434783" /><Relationship Type="http://schemas.openxmlformats.org/officeDocument/2006/relationships/slide" Target="/ppt/slides/slide13.xml" Id="Rd89f84e349d74b0a" /><Relationship Type="http://schemas.openxmlformats.org/officeDocument/2006/relationships/slide" Target="/ppt/slides/slide14.xml" Id="R25dd7a96cf934246" /><Relationship Type="http://schemas.openxmlformats.org/officeDocument/2006/relationships/slide" Target="/ppt/slides/slide15.xml" Id="R6539e11349f64a72" /><Relationship Type="http://schemas.openxmlformats.org/officeDocument/2006/relationships/slide" Target="/ppt/slides/slide16.xml" Id="R13e1dcb628374f7a" /><Relationship Type="http://schemas.openxmlformats.org/officeDocument/2006/relationships/slide" Target="/ppt/slides/slide17.xml" Id="R340a65840e1443c8" /><Relationship Type="http://schemas.openxmlformats.org/officeDocument/2006/relationships/slide" Target="/ppt/slides/slide18.xml" Id="Rf8002f546ce94f10" /><Relationship Type="http://schemas.openxmlformats.org/officeDocument/2006/relationships/slide" Target="/ppt/slides/slide19.xml" Id="R28043ffb47e843c3" /><Relationship Type="http://schemas.openxmlformats.org/officeDocument/2006/relationships/slide" Target="/ppt/slides/slide20.xml" Id="R937d6d72ac5d4eed" /><Relationship Type="http://schemas.openxmlformats.org/officeDocument/2006/relationships/slide" Target="/ppt/slides/slide21.xml" Id="Rea6341fbe4804f0f" /><Relationship Type="http://schemas.openxmlformats.org/officeDocument/2006/relationships/slide" Target="/ppt/slides/slide22.xml" Id="R009676bf96094e09" /><Relationship Type="http://schemas.openxmlformats.org/officeDocument/2006/relationships/slide" Target="/ppt/slides/slide23.xml" Id="Rf59969b5a6684320" /><Relationship Type="http://schemas.openxmlformats.org/officeDocument/2006/relationships/slide" Target="/ppt/slides/slide24.xml" Id="R23efe97491ac46c3" /><Relationship Type="http://schemas.openxmlformats.org/officeDocument/2006/relationships/slide" Target="/ppt/slides/slide25.xml" Id="R22786c630afd4d47" /><Relationship Type="http://schemas.openxmlformats.org/officeDocument/2006/relationships/slide" Target="/ppt/slides/slide26.xml" Id="R582ea1d7179745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44a2b92f4f3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cce1af96647d3" /><Relationship Type="http://schemas.openxmlformats.org/officeDocument/2006/relationships/notesMaster" Target="/ppt/notesMasters/notesMaster1.xml" Id="R240e357ad1b545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79671451654c91" /><Relationship Type="http://schemas.openxmlformats.org/officeDocument/2006/relationships/notesMaster" Target="/ppt/notesMasters/notesMaster1.xml" Id="R4b867e59052546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c28bd37da24b56" /><Relationship Type="http://schemas.openxmlformats.org/officeDocument/2006/relationships/notesMaster" Target="/ppt/notesMasters/notesMaster1.xml" Id="Rbd5b131f4ea047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3f937ea6714c9e" /><Relationship Type="http://schemas.openxmlformats.org/officeDocument/2006/relationships/notesMaster" Target="/ppt/notesMasters/notesMaster1.xml" Id="R5cf5337621fa4f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17dc550ed4423f" /><Relationship Type="http://schemas.openxmlformats.org/officeDocument/2006/relationships/notesMaster" Target="/ppt/notesMasters/notesMaster1.xml" Id="Rb0c3c8fcd89247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04744d46e84e3c" /><Relationship Type="http://schemas.openxmlformats.org/officeDocument/2006/relationships/notesMaster" Target="/ppt/notesMasters/notesMaster1.xml" Id="R013fdc69790c4f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afde3bf3574376" /><Relationship Type="http://schemas.openxmlformats.org/officeDocument/2006/relationships/notesMaster" Target="/ppt/notesMasters/notesMaster1.xml" Id="R6ccf676fe23148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19de011fcd470a" /><Relationship Type="http://schemas.openxmlformats.org/officeDocument/2006/relationships/notesMaster" Target="/ppt/notesMasters/notesMaster1.xml" Id="Rbbf328af610848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042c6a75a84673" /><Relationship Type="http://schemas.openxmlformats.org/officeDocument/2006/relationships/notesMaster" Target="/ppt/notesMasters/notesMaster1.xml" Id="Rd980159862aa42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99a54dd0a747ce" /><Relationship Type="http://schemas.openxmlformats.org/officeDocument/2006/relationships/notesMaster" Target="/ppt/notesMasters/notesMaster1.xml" Id="Rfdbaa0fc1d5d43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916a7d97bb4e21" /><Relationship Type="http://schemas.openxmlformats.org/officeDocument/2006/relationships/notesMaster" Target="/ppt/notesMasters/notesMaster1.xml" Id="Rba212acfb2df46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495c1a4954435a" /><Relationship Type="http://schemas.openxmlformats.org/officeDocument/2006/relationships/notesMaster" Target="/ppt/notesMasters/notesMaster1.xml" Id="R13e1bd26229548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d0dea6164c4cdf" /><Relationship Type="http://schemas.openxmlformats.org/officeDocument/2006/relationships/notesMaster" Target="/ppt/notesMasters/notesMaster1.xml" Id="R2103683380424d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5328e2f9904926" /><Relationship Type="http://schemas.openxmlformats.org/officeDocument/2006/relationships/notesMaster" Target="/ppt/notesMasters/notesMaster1.xml" Id="R3afa38c487ac46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62e5389d5d480c" /><Relationship Type="http://schemas.openxmlformats.org/officeDocument/2006/relationships/notesMaster" Target="/ppt/notesMasters/notesMaster1.xml" Id="Rc56af23e1ab24e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f5313a34cc4a97" /><Relationship Type="http://schemas.openxmlformats.org/officeDocument/2006/relationships/notesMaster" Target="/ppt/notesMasters/notesMaster1.xml" Id="R6af4fe996d944a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bd071ec9ff425c" /><Relationship Type="http://schemas.openxmlformats.org/officeDocument/2006/relationships/notesMaster" Target="/ppt/notesMasters/notesMaster1.xml" Id="R268037ad7d0547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486dd92e1c4aca" /><Relationship Type="http://schemas.openxmlformats.org/officeDocument/2006/relationships/notesMaster" Target="/ppt/notesMasters/notesMaster1.xml" Id="Rd43e15ed9ff149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de238239f842fe" /><Relationship Type="http://schemas.openxmlformats.org/officeDocument/2006/relationships/notesMaster" Target="/ppt/notesMasters/notesMaster1.xml" Id="R0a10da04ee3e4e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e3bf849a18491b" /><Relationship Type="http://schemas.openxmlformats.org/officeDocument/2006/relationships/notesMaster" Target="/ppt/notesMasters/notesMaster1.xml" Id="Rbb352c1c664049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86961f588d42bc" /><Relationship Type="http://schemas.openxmlformats.org/officeDocument/2006/relationships/notesMaster" Target="/ppt/notesMasters/notesMaster1.xml" Id="R8ff9c3b641304d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57d94bc4c64017" /><Relationship Type="http://schemas.openxmlformats.org/officeDocument/2006/relationships/notesMaster" Target="/ppt/notesMasters/notesMaster1.xml" Id="Rf2800776324b46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3eef05e7893495b" /><Relationship Type="http://schemas.openxmlformats.org/officeDocument/2006/relationships/notesMaster" Target="/ppt/notesMasters/notesMaster1.xml" Id="R14cfe9027ca945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f38248adbe3478e" /><Relationship Type="http://schemas.openxmlformats.org/officeDocument/2006/relationships/notesMaster" Target="/ppt/notesMasters/notesMaster1.xml" Id="R943d8c9595f94a8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89d1a4392d548fb" /><Relationship Type="http://schemas.openxmlformats.org/officeDocument/2006/relationships/notesMaster" Target="/ppt/notesMasters/notesMaster1.xml" Id="R7a6c22b72bcc4c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d2f59456064c61" /><Relationship Type="http://schemas.openxmlformats.org/officeDocument/2006/relationships/notesMaster" Target="/ppt/notesMasters/notesMaster1.xml" Id="R796137844aac45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15 秒内：这是一个前后端分离、AI Agent 驱动的数据库查询与运维工作台。</a:t>
            </a:r>
          </a:p>
          <a:p xmlns:a="http://schemas.openxmlformats.org/drawingml/2006/main"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痛点来源：docs/需求说明书V2.0.md（1.2 目标用户、1.3 核心价值）与功能缺口；对应解法见功能演示页与「工程与治理」章节。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用真实工作流举例：产品经理打开网页，输入“本月新增用户按日分组”，系统生成 SQL、返回结果，并可一键生成图表。</a:t>
            </a:r>
          </a:p>
          <a:p xmlns:a="http://schemas.openxmlformats.org/drawingml/2006/main"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能力的层次：不只是生成 SQL，还包括 Schema 感知、多轮对话、解释优化和流式输出。</a:t>
            </a:r>
          </a:p>
          <a:p xmlns:a="http://schemas.openxmlformats.org/drawingml/2006/main"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重点讲“工具调用 + 失败重试 + few-shot”，这是 AI 编程竞赛最看重的工程深度。</a:t>
            </a:r>
          </a:p>
          <a:p xmlns:a="http://schemas.openxmlformats.org/drawingml/2006/main"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这是项目的信任基础：让 AI 能生成 SQL，但不让 AI 拥有不受控的写权限。</a:t>
            </a:r>
          </a:p>
          <a:p xmlns:a="http://schemas.openxmlformats.org/drawingml/2006/main"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 04 对应目录里的「工程与治理」：工程质量、安全合规、审计监控、落地推广。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审计与监控是系统可治理的体现，也是企业级部署的关键。</a:t>
            </a:r>
          </a:p>
          <a:p xmlns:a="http://schemas.openxmlformats.org/drawingml/2006/main"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原「技术亮点 ③」与「审计与监控」内容重叠，现改为安全合规视角：密钥托管、分级授权、审计保留期与交付方式。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数据来源：backend/app/services（三层分层）、backend/tests（167 项 pytest 用例）、backend/pyproject.toml（ruff）、backend/migrations、Dockerfile。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数据来源：Dockerfile/docker-compose（单机单端口）、backend/app/config.py（DEFAULT_DB_TYPES 共 7 类）、backend/app/adapters（统一适配层）。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应答要点均可回溯到实现：backend/app/services/sql_service.py（确认机制）、backend/app/security.py（Fernet/pbkdf2）、backend/app/adapters/registry.py、backend/app/services/agent_service.py（结果截断）。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5aa0e5cf54a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4fc29d98b43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f1728d06948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3f9d0623444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c60aa62c749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576e51b9747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91bf91424943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5ae4b21876486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c76fa09da7420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ac4157924347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01d1bd453245c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3ec13154f841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A06A7-9197-4BB0-AAD7-489398BAA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02D52F-3D8B-49DA-860D-CD2DF9B6C9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3ADEDE-B669-4C47-BAD1-62D54CF44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A7363-EAF5-4F1B-841F-AE5EBDBE4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48684C-13E6-4F82-9666-EDA4E9D15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941F1F-A1AA-4B8F-BAAB-59A5E9ACA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CE35AF-28E6-4416-937A-51695DB5E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660CA-DF56-459A-83F6-783460822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BF0F0-03FB-46AB-A7F1-79EA35F21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B30A46-CE3C-46D1-BBB0-D1E075EFB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AB76E-9D41-4414-BB7F-2B1E85CF5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6E669A-FC85-4A5A-8567-E5886F23ED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BF757B-F9AC-4A6B-9499-142A21372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28315-A78D-4FC8-A6AB-846B99225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ABFD6B-5772-493F-9DAD-1A5CA8098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AC4394-E391-452E-B764-FDF6F790F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76EC73-8794-4B2F-B640-27EA99411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B29C93-C40B-438D-B5CD-2E27B4F5DC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DE9DC-0F8B-44F2-9417-329A865C3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D5FFE-DDB7-4BDE-8BBD-941A84EAC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7f741fed95428d" /><Relationship Type="http://schemas.openxmlformats.org/officeDocument/2006/relationships/slideLayout" Target="/ppt/slideLayouts/slideLayout1.xml" Id="R4d4da4aa58f84657" /><Relationship Type="http://schemas.openxmlformats.org/officeDocument/2006/relationships/slideLayout" Target="/ppt/slideLayouts/slideLayout2.xml" Id="Rd21b4e1d28194a27" /><Relationship Type="http://schemas.openxmlformats.org/officeDocument/2006/relationships/slideLayout" Target="/ppt/slideLayouts/slideLayout3.xml" Id="Rbf4597810b974d75" /><Relationship Type="http://schemas.openxmlformats.org/officeDocument/2006/relationships/slideLayout" Target="/ppt/slideLayouts/slideLayout4.xml" Id="Rb1f50227c63043f4" /><Relationship Type="http://schemas.openxmlformats.org/officeDocument/2006/relationships/slideLayout" Target="/ppt/slideLayouts/slideLayout5.xml" Id="R9aa03120e529461b" /><Relationship Type="http://schemas.openxmlformats.org/officeDocument/2006/relationships/slideLayout" Target="/ppt/slideLayouts/slideLayout6.xml" Id="R1bb0bfde799b479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2bff82b03a94750" /><Relationship Type="http://schemas.openxmlformats.org/officeDocument/2006/relationships/slideLayout" Target="/ppt/slideLayouts/slideLayout7.xml" Id="R955029324f5c4277" /><Relationship Type="http://schemas.openxmlformats.org/officeDocument/2006/relationships/slideLayout" Target="/ppt/slideLayouts/slideLayout8.xml" Id="Rf81ea3bdd2a447ff" /><Relationship Type="http://schemas.openxmlformats.org/officeDocument/2006/relationships/slideLayout" Target="/ppt/slideLayouts/slideLayout9.xml" Id="R9f2f020b575a43e2" /><Relationship Type="http://schemas.openxmlformats.org/officeDocument/2006/relationships/slideLayout" Target="/ppt/slideLayouts/slideLayout10.xml" Id="Rdbd99943407540d2" /><Relationship Type="http://schemas.openxmlformats.org/officeDocument/2006/relationships/slideLayout" Target="/ppt/slideLayouts/slideLayout11.xml" Id="R6b56b6ace8474258" /><Relationship Type="http://schemas.openxmlformats.org/officeDocument/2006/relationships/slideLayout" Target="/ppt/slideLayouts/slideLayout12.xml" Id="R1016054ff665412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4da4aa58f84657"/>
    <p:sldLayoutId xmlns:r="http://schemas.openxmlformats.org/officeDocument/2006/relationships" id="2147483650" r:id="Rd21b4e1d28194a27"/>
    <p:sldLayoutId xmlns:r="http://schemas.openxmlformats.org/officeDocument/2006/relationships" id="2147483651" r:id="Rbf4597810b974d75"/>
    <p:sldLayoutId xmlns:r="http://schemas.openxmlformats.org/officeDocument/2006/relationships" id="2147483652" r:id="Rb1f50227c63043f4"/>
    <p:sldLayoutId xmlns:r="http://schemas.openxmlformats.org/officeDocument/2006/relationships" id="2147483653" r:id="R9aa03120e529461b"/>
    <p:sldLayoutId xmlns:r="http://schemas.openxmlformats.org/officeDocument/2006/relationships" id="2147483654" r:id="R1bb0bfde799b47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955029324f5c4277"/>
    <p:sldLayoutId xmlns:r="http://schemas.openxmlformats.org/officeDocument/2006/relationships" id="2147483657" r:id="Rf81ea3bdd2a447ff"/>
    <p:sldLayoutId xmlns:r="http://schemas.openxmlformats.org/officeDocument/2006/relationships" id="2147483658" r:id="R9f2f020b575a43e2"/>
    <p:sldLayoutId xmlns:r="http://schemas.openxmlformats.org/officeDocument/2006/relationships" id="2147483659" r:id="Rdbd99943407540d2"/>
    <p:sldLayoutId xmlns:r="http://schemas.openxmlformats.org/officeDocument/2006/relationships" id="2147483660" r:id="R6b56b6ace8474258"/>
    <p:sldLayoutId xmlns:r="http://schemas.openxmlformats.org/officeDocument/2006/relationships" id="2147483661" r:id="R1016054ff66541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82a01dcf243fe" /><Relationship Type="http://schemas.openxmlformats.org/officeDocument/2006/relationships/notesSlide" Target="/ppt/notesSlides/notesSlide1.xml" Id="Rdb4aad639046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100fe245944e0" /><Relationship Type="http://schemas.openxmlformats.org/officeDocument/2006/relationships/notesSlide" Target="/ppt/notesSlides/notesSlide2.xml" Id="Rdfe3f0e4931941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04577c827e49a8" /><Relationship Type="http://schemas.openxmlformats.org/officeDocument/2006/relationships/notesSlide" Target="/ppt/notesSlides/notesSlide3.xml" Id="R1d981a6d961346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24b3172424909" /><Relationship Type="http://schemas.openxmlformats.org/officeDocument/2006/relationships/notesSlide" Target="/ppt/notesSlides/notesSlide4.xml" Id="R82f31c976802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c0a27e9a54732" /><Relationship Type="http://schemas.openxmlformats.org/officeDocument/2006/relationships/notesSlide" Target="/ppt/notesSlides/notesSlide5.xml" Id="R5991bf385e074d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878772c5e4115" /><Relationship Type="http://schemas.openxmlformats.org/officeDocument/2006/relationships/notesSlide" Target="/ppt/notesSlides/notesSlide6.xml" Id="R914cc267297542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a007b5226c4dcb" /><Relationship Type="http://schemas.openxmlformats.org/officeDocument/2006/relationships/notesSlide" Target="/ppt/notesSlides/notesSlide7.xml" Id="R84f124004a8a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5faa019834710" /><Relationship Type="http://schemas.openxmlformats.org/officeDocument/2006/relationships/notesSlide" Target="/ppt/notesSlides/notesSlide8.xml" Id="R04a4077cb2c547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0b63719b14c4d" /><Relationship Type="http://schemas.openxmlformats.org/officeDocument/2006/relationships/image" Target="/ppt/media/image.png" Id="Ref56ea0ad4f6424a" /><Relationship Type="http://schemas.openxmlformats.org/officeDocument/2006/relationships/notesSlide" Target="/ppt/notesSlides/notesSlide9.xml" Id="Rd052113857c447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6021858824ea1" /><Relationship Type="http://schemas.openxmlformats.org/officeDocument/2006/relationships/image" Target="/ppt/media/image2.png" Id="R48ed09f20ddc46e1" /><Relationship Type="http://schemas.openxmlformats.org/officeDocument/2006/relationships/notesSlide" Target="/ppt/notesSlides/notesSlide10.xml" Id="R90855f036afc4f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dcd293d5e47ad" /><Relationship Type="http://schemas.openxmlformats.org/officeDocument/2006/relationships/image" Target="/ppt/media/image3.png" Id="R8d618271797d4613" /><Relationship Type="http://schemas.openxmlformats.org/officeDocument/2006/relationships/notesSlide" Target="/ppt/notesSlides/notesSlide11.xml" Id="R94be6d1a182541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89ef6dce64d49" /><Relationship Type="http://schemas.openxmlformats.org/officeDocument/2006/relationships/image" Target="/ppt/media/image4.png" Id="R0788df19b8a542eb" /><Relationship Type="http://schemas.openxmlformats.org/officeDocument/2006/relationships/notesSlide" Target="/ppt/notesSlides/notesSlide12.xml" Id="Rb0feda934db741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dc45997e4419b" /><Relationship Type="http://schemas.openxmlformats.org/officeDocument/2006/relationships/image" Target="/ppt/media/image5.png" Id="R9a302d0df448475c" /><Relationship Type="http://schemas.openxmlformats.org/officeDocument/2006/relationships/notesSlide" Target="/ppt/notesSlides/notesSlide13.xml" Id="Rc1c5ed57e79b40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d885f2d7944ea" /><Relationship Type="http://schemas.openxmlformats.org/officeDocument/2006/relationships/image" Target="/ppt/media/image6.png" Id="R3916576dbfc344e8" /><Relationship Type="http://schemas.openxmlformats.org/officeDocument/2006/relationships/notesSlide" Target="/ppt/notesSlides/notesSlide14.xml" Id="R5253bd5a420a48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8aa40b5244c06" /><Relationship Type="http://schemas.openxmlformats.org/officeDocument/2006/relationships/image" Target="/ppt/media/image7.png" Id="R249d6339dc9e4e54" /><Relationship Type="http://schemas.openxmlformats.org/officeDocument/2006/relationships/notesSlide" Target="/ppt/notesSlides/notesSlide15.xml" Id="R53086929ae3a49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c03e47f8914852" /><Relationship Type="http://schemas.openxmlformats.org/officeDocument/2006/relationships/notesSlide" Target="/ppt/notesSlides/notesSlide16.xml" Id="R19ef2063e29049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5d9f40f2e4ea1" /><Relationship Type="http://schemas.openxmlformats.org/officeDocument/2006/relationships/notesSlide" Target="/ppt/notesSlides/notesSlide17.xml" Id="Ra8dc78fbea1943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7893bd2324b1e" /><Relationship Type="http://schemas.openxmlformats.org/officeDocument/2006/relationships/notesSlide" Target="/ppt/notesSlides/notesSlide18.xml" Id="R76ab2fa12d2844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3a6373ca84a10" /><Relationship Type="http://schemas.openxmlformats.org/officeDocument/2006/relationships/notesSlide" Target="/ppt/notesSlides/notesSlide19.xml" Id="R6fd8cd68854f45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7bceb5c7864f43" /><Relationship Type="http://schemas.openxmlformats.org/officeDocument/2006/relationships/notesSlide" Target="/ppt/notesSlides/notesSlide20.xml" Id="R5c18e4c9e4984c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384c482ca4552" /><Relationship Type="http://schemas.openxmlformats.org/officeDocument/2006/relationships/notesSlide" Target="/ppt/notesSlides/notesSlide21.xml" Id="Rd9fbe4a45caa41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2686d25d4423e" /><Relationship Type="http://schemas.openxmlformats.org/officeDocument/2006/relationships/notesSlide" Target="/ppt/notesSlides/notesSlide22.xml" Id="R22d5ba84ff6b40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c280e8bd5411c" /><Relationship Type="http://schemas.openxmlformats.org/officeDocument/2006/relationships/notesSlide" Target="/ppt/notesSlides/notesSlide23.xml" Id="R0f636d23570a4a6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36ffb41654d94" /><Relationship Type="http://schemas.openxmlformats.org/officeDocument/2006/relationships/notesSlide" Target="/ppt/notesSlides/notesSlide24.xml" Id="R8fd1c4107ea74a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28243176e4335" /><Relationship Type="http://schemas.openxmlformats.org/officeDocument/2006/relationships/notesSlide" Target="/ppt/notesSlides/notesSlide25.xml" Id="R39a1ddb673a24b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3e5e8dd254c31" /><Relationship Type="http://schemas.openxmlformats.org/officeDocument/2006/relationships/notesSlide" Target="/ppt/notesSlides/notesSlide26.xml" Id="R9de8f61e9f7942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glow">
            <a:extLst xmlns:a="http://schemas.openxmlformats.org/drawingml/2006/main">
              <a:ext uri="{FF2B5EF4-FFF2-40B4-BE49-F238E27FC236}">
                <a16:creationId xmlns:a16="http://schemas.microsoft.com/office/drawing/2014/main" id="{96475DF0-91FA-4D83-9202-93F2D60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86BED7-C868-4930-86E0-7453528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DataMind</a:t>
            </a:r>
            <a:endParaRPr sz="48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FA2DB7-9453-448D-B45E-2970BCB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BE95F843-07A9-4CE2-8C6D-AED90FD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让不会写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的业务人员也能安全地查数据，会写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的技术人员更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高效。</a:t>
            </a:r>
            <a:endParaRPr sz="1500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ver-tag-0">
            <a:extLst xmlns:a="http://schemas.openxmlformats.org/drawingml/2006/main">
              <a:ext uri="{FF2B5EF4-FFF2-40B4-BE49-F238E27FC236}">
                <a16:creationId xmlns:a16="http://schemas.microsoft.com/office/drawing/2014/main" id="{DCB7573E-0096-4C4F-80C3-0B2998C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AI Agent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cover-tag-line-0">
            <a:extLst xmlns:a="http://schemas.openxmlformats.org/drawingml/2006/main">
              <a:ext uri="{FF2B5EF4-FFF2-40B4-BE49-F238E27FC236}">
                <a16:creationId xmlns:a16="http://schemas.microsoft.com/office/drawing/2014/main" id="{5677942D-344D-4456-9949-87234BC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ag-1">
            <a:extLst xmlns:a="http://schemas.openxmlformats.org/drawingml/2006/main">
              <a:ext uri="{FF2B5EF4-FFF2-40B4-BE49-F238E27FC236}">
                <a16:creationId xmlns:a16="http://schemas.microsoft.com/office/drawing/2014/main" id="{22330EBB-127F-49F3-8FF7-9A170A8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Multi-Database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ver-tag-line-1">
            <a:extLst xmlns:a="http://schemas.openxmlformats.org/drawingml/2006/main">
              <a:ext uri="{FF2B5EF4-FFF2-40B4-BE49-F238E27FC236}">
                <a16:creationId xmlns:a16="http://schemas.microsoft.com/office/drawing/2014/main" id="{5D5DFA16-70A3-4BE7-A528-56B0CC2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tag-2">
            <a:extLst xmlns:a="http://schemas.openxmlformats.org/drawingml/2006/main">
              <a:ext uri="{FF2B5EF4-FFF2-40B4-BE49-F238E27FC236}">
                <a16:creationId xmlns:a16="http://schemas.microsoft.com/office/drawing/2014/main" id="{22584E74-B731-447C-B78D-952BF97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Security First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cover-tag-line-2">
            <a:extLst xmlns:a="http://schemas.openxmlformats.org/drawingml/2006/main">
              <a:ext uri="{FF2B5EF4-FFF2-40B4-BE49-F238E27FC236}">
                <a16:creationId xmlns:a16="http://schemas.microsoft.com/office/drawing/2014/main" id="{02DE3F7A-8423-4CE5-A349-33BDFF5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2034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0EEFF3-99BD-4193-996A-72CD053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4F2C69-6218-46C2-8E41-6D26584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0A19B6F-735F-448D-8804-3DA1689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1FFD42-F8E6-4D30-B15A-52FA7C5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D03CF3-57D5-4A69-942B-4C77711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CF0D2F01-8E46-456F-9475-7A08FDB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2A0A11B6-D1DD-47AC-8958-A80E4279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050CA851-76F2-4D79-A801-D3A1F614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B4AC9968-589D-45D4-918D-666556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24C606F9-FFCB-4EDE-A866-D8C1985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4AF6C35E-0EBA-4438-AB2B-695379C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30446F87-7F5C-4D14-871F-9828723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8AA52654-942A-42D6-9EE5-96F4ECC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3AD9FE69-807F-4A83-A1D4-7A0C68F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C175F5B5-5EBB-4DCF-BB40-C0D93C0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7C5CF6CC-F218-4988-8737-4511F20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84C8F81C-36EF-41B7-9C26-C2B476B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68520EF8-7F9C-4269-B7F7-705F473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96E34BEF-E9AB-4C1D-8F13-890F80A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A6889C72-7345-4D0B-B16E-7D02E02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4312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82CD866D-25EF-48E0-9AB2-B126095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86DCE1E0-76AC-4F1E-8BFF-BC8B88D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5C3F9D9C-1D2C-4601-BFF8-E6DF01A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07881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项目背景 · 取数痛点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三类角色的取数痛点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业务人员 · 拿不到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取数靠排队，等排期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不懂 SQL，没有自助入口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口径不一致，数据对不上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只能拿到数字，拿不到图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结果不可复用，反复重问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开发人员 · 拿得慢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多数据库客户端来回切换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查线上数据先搭隧道环境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简单 SQL 也要重复手写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误操作没有二次确认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查完只能截图贴群，难复现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 / DBA · 管不住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多环境连接靠文档维护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变更前靠人眼比对结构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慢查询只能逐台登录排查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权限靠人肉维护，粒度粗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审计留痕与导出都很困难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DA76F08-A7D2-4F18-813E-5CE6907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C2500B-0AAB-474C-BDFA-29C59439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E30F57C-EAA0-4786-BCB3-09715CE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EEB4E77-1312-4550-A6BC-B8C690B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82AE01-979F-4C5E-9717-3050A7B6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45262C-CA61-425F-AAF0-BD221AB8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90E5EDB2-0EAB-4CC2-B7F3-9D4CCFDF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pain-title">
            <a:extLst xmlns:a="http://schemas.openxmlformats.org/drawingml/2006/main">
              <a:ext uri="{FF2B5EF4-FFF2-40B4-BE49-F238E27FC236}">
                <a16:creationId xmlns:a16="http://schemas.microsoft.com/office/drawing/2014/main" id="{A139869C-91DC-4846-A97E-723A1BF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常见痛点</a:t>
            </a:r>
            <a:endParaRPr sz="180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in-list">
            <a:extLst xmlns:a="http://schemas.openxmlformats.org/drawingml/2006/main">
              <a:ext uri="{FF2B5EF4-FFF2-40B4-BE49-F238E27FC236}">
                <a16:creationId xmlns:a16="http://schemas.microsoft.com/office/drawing/2014/main" id="{408216ED-D0D8-4B82-A9BC-F3B1DFD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业务人员不会写 SQL，取数依赖技术同事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报表开发和维护</a:t>
            </a:r>
            <a:r>
              <a:rPr sz="1600"/>
              <a:t>：</a:t>
            </a:r>
            <a:r>
              <a:rPr sz="1600"/>
              <a:t>需要提需求排期</a:t>
            </a:r>
            <a:r>
              <a:rPr sz="1600"/>
              <a:t>、</a:t>
            </a:r>
            <a:r>
              <a:rPr sz="1600"/>
              <a:t>开发</a:t>
            </a:r>
            <a:r>
              <a:rPr sz="1600"/>
              <a:t>、</a:t>
            </a:r>
            <a:r>
              <a:rPr sz="1600"/>
              <a:t>测试</a:t>
            </a:r>
            <a:r>
              <a:rPr sz="1600"/>
              <a:t>、</a:t>
            </a:r>
            <a:r>
              <a:rPr sz="1600"/>
              <a:t>上线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数据库切换</a:t>
            </a:r>
            <a:r>
              <a:rPr sz="1600"/>
              <a:t>：</a:t>
            </a:r>
            <a:r>
              <a:rPr sz="1600"/>
              <a:t>不同</a:t>
            </a:r>
            <a:r>
              <a:rPr sz="1600"/>
              <a:t>数据库</a:t>
            </a:r>
            <a:r>
              <a:rPr sz="1600"/>
              <a:t>各有各的客户端</a:t>
            </a:r>
            <a:r>
              <a:rPr sz="1600"/>
              <a:t>，</a:t>
            </a:r>
            <a:r>
              <a:rPr sz="1600"/>
              <a:t>安装切换繁琐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AI 生成 SQL 存在误操作与越权风险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查询结果难以沉淀为报表与文档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用户操作缺少权限和审计</a:t>
            </a:r>
            <a:endParaRPr sz="1600"/>
          </a:p>
        </p:txBody>
      </p:sp>
      <p:sp>
        <p:nvSpPr>
          <p:cNvPr id="10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1A1677ED-27FD-4A81-A436-462B97F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63BA5013-4245-424D-8DB6-022DFCA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DataMind 的解法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D1981E38-750D-4F26-B024-734916E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</a:t>
            </a:r>
            <a:r>
              <a:rPr sz="1600">
                <a:solidFill>
                  <a:srgbClr val="334155"/>
                </a:solidFill>
              </a:rPr>
              <a:t>自然语言</a:t>
            </a:r>
            <a:r>
              <a:rPr sz="1600">
                <a:solidFill>
                  <a:srgbClr val="334155"/>
                </a:solidFill>
              </a:rPr>
              <a:t>，自动生成 SQL</a:t>
            </a:r>
            <a:r>
              <a:rPr sz="1600">
                <a:solidFill>
                  <a:srgbClr val="334155"/>
                </a:solidFill>
              </a:rPr>
              <a:t>并查询数据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自然语言生成报表</a:t>
            </a:r>
            <a:r>
              <a:rPr sz="1600" b="1">
                <a:solidFill>
                  <a:srgbClr val="0B5FFF"/>
                </a:solidFill>
              </a:rPr>
              <a:t>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9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5EB10-479F-41A2-8D88-A8EBBF8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F022D8-F289-40EF-B98B-7466688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91EB8D9-661E-4807-8A37-5629589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E33FA6-42B9-4BBF-A68C-BA3BB8F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DE63953-BCE7-454D-96AB-D0812D4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46DF7A1-B4DD-4A3F-B635-7F9A7D3D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0F1C28-00E7-47AF-A5A1-D907107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6B53B7F-A487-49DE-9772-119EBAC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858319-AC29-43FD-B6A3-4BD12C2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210D648-D317-46E1-878F-807DE197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C50338D-BEC3-4977-80A4-E521704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3E9EB07-844A-4267-9A76-86867C7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1E611DD-D229-46C0-BD95-982D01F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8AD30EC-172E-40B8-8A3C-A48C688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192618A-8AA0-490D-B8B4-D437659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F6329AA-B85F-4F52-B914-ECD3CEB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D60CF1-3462-4372-8567-EF61015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8130955-62F9-41D0-9231-9B6A13A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3A76199D-4C99-4B1A-9DAE-BB6B03E3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0DDB52-E035-46C0-A998-C416916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46C177-3C27-4D4A-9906-3654F6D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DE3274-0EBD-40EA-BA17-2ECD6CE1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C34D7D1-842C-4759-B54B-E59E398A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36309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EB85339D-B843-4889-B9E3-B47B01F7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0FE2BDAC-87F7-49B8-AB3F-C9A442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5DB8879D-AA4B-4581-A934-13DACE6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功能全景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演示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75901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5B9609-9B19-451E-BFB2-3563047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</a:t>
            </a: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全景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58462B-A47B-41EA-B4BB-E335B525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125138-FD7C-4186-9B81-EDB891A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FE06379-74DB-46ED-80AB-1803731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1E3C99-3AE3-4637-87E0-1D8646F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D67D41-DB52-4215-984B-965E09EF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类数据源、SSH 隧道、多环境标签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F3C829-AEA3-41B1-8F2A-95195CD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A68D41C-26DD-4E85-9001-94689A7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364A0A5-E7BD-4BC4-BEC2-189B831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4B03EBE-9503-4D68-B1B4-A0E3068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06B776-AFD8-4915-9014-033108C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2BB5D7E-2316-43C4-903A-5B02EF1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CA042E3-27AF-426F-B8B6-BEF7EC0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EE86D-4187-47F8-9939-4C3AE64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AA72AA1-9BAA-430B-809C-AE2C7D4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8570E45-54B4-4F95-AE16-4EF6477C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DA65D0B-39FC-4666-A5BF-B9EE963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27351D-0624-4C4E-8D24-561F714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17BE1E6-CE02-4F5D-8993-094221B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52A610D-0DC1-445A-9D50-6FFF7321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CAA1067-709E-49EE-8143-D342BAA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7500F90-0971-400A-B722-C532AC6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8D9F4-82C8-49C4-AC90-7CC3E5D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77E2A43-E1A0-4A72-8CF8-F60A006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650AC370-374E-4294-A82D-E29CF9F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BF4EEC2-3543-43D2-AF90-CB3DCB8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0441335-D201-4EA6-8E86-2977D1A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34108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14F934-C54D-4DCB-BDF5-1C2D707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A5F9E4-BB65-4F52-88AB-DE64C6E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DF3596EB-F080-4EB5-8437-135D1EE6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F65E34C5-CA9C-4D7F-89A8-1DA02CEDFF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6ea0ad4f642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D29D2FD0-C00B-4A91-9ED3-7FB8EB4283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6ea0ad4f642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F63F88-5D4A-486B-9C70-EF4C3B9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114A3A-052B-47AC-B3EA-7AB264D9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945409B-77CC-4612-AAB9-4A4F00A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846F2ED-D4A1-4433-B9A1-66C265C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0C34D88-3DFE-48D1-BF6A-6B523A5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53EEAF-D71F-412F-9FA3-A0F359E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E17AB5F-1B2F-448A-9DD3-E7B87DB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31FB66-666A-4F19-8CE3-EF531D5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AE14BBF-671F-41BA-9E6B-951F0EB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50AAF0-2327-47B6-8E49-7463F69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72366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B7112-161A-47EB-82DF-3A2341A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51E3BC-A113-4F47-A6D2-9BDE756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08DAF0C9-2B7D-456B-91FB-94E4F3C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59BD7745-B414-4DB4-BE79-F5C65BF68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d09f20ddc46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A9415014-E64E-4058-8B23-0E5C26DED7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d09f20ddc46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C35AAA-C1C9-42BB-8276-D82BAF1D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58980F-99CB-49A5-93B2-F628411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141CFC07-CDA3-49AB-B186-0DD3F94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0E5C373-324C-4E4C-B250-4317AA4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A37A10F2-8D40-4851-ABE8-CD56BBD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7E2A82-9FE4-41DC-AE62-52AF516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4937C79-7C98-4940-BB94-141F14D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8C2E196-329F-421C-B33B-9792595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E152463A-7969-4DDC-9C15-6DD0C76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C6A105-A74A-4178-92B3-8BCC747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325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CF1C5C-9E08-46DC-BED3-05ECFDF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A366E1-E019-4103-9B6C-0DD6579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2BA5F91-CCAA-4F86-ABAD-9E1710A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B26AC8A3-64FA-4248-A2D2-D031F547A1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18271797d46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45D706C9-1BEA-4A11-9850-033D8C109F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18271797d46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378C98-1DD3-4333-8CE5-EF1E815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A5AC3F-3019-4F24-BF4A-0A0F83A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C8DF141D-1086-4AAA-83F0-4FD1FEE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2A322E-AA3F-492C-807D-F792AD38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FA6638D-B8B0-487E-995B-6468DDF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A20B1B0-3F14-4FA1-A68C-4429032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2153DBFD-311F-46A5-8DF4-E2D6CA9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74C849-285D-4804-A9A7-55E984A9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418C0AC-DAEB-434E-8A59-C2BC211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BBDDD62-2799-45B5-BB84-7C0D136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9476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E651E-F024-46D2-8DB1-FADC94E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A5EFBB-1B0A-462D-88AC-43DA2F1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E6CEF5FF-6CB8-4809-B505-5C73893F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7F368B01-42E6-40BF-ACBE-682E6FE374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8df19b8a5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18BA7A90-53D9-42BC-AF81-9EC6E8458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8df19b8a5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CB4628A-DB90-4057-B243-59FFBA79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8A0552-D1E3-404E-BFFC-7AA910A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D6FBBF7-B961-49AF-95C7-27F3D41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9883CD-AB14-495D-9C89-2F01875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D6514522-DBB4-4EDB-BBEC-B29F3BD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DE538D-F7D4-43D0-B6D7-36D1534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64A0E71F-C8D1-4BD9-88FE-32A1D0B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D7A641-5AAD-4DEB-875B-3522B700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185B5CAC-17B4-44A1-AC7B-F393748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7193E88-B55D-4BBE-A124-D7692EE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09905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E9D9F-45E5-4025-B10B-3283B3B9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4E70D2-B00F-46FB-ABB1-2A4AAFD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CD85A6CB-C42A-4F4F-B371-7D48632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FE15EBE7-B6EE-4AC0-B939-4A1BB40D5C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02d0df44847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14EAB10E-A33C-4A43-AA7E-47DF14143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02d0df44847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ECEF888-6A37-4179-8BF7-449B3E4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3DCC74-C37B-443C-A94C-E351B6E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92DD000-E94E-4044-9E7E-C52F252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CE1A3C-4A2F-4544-81F1-838F010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C940110-F46B-494C-8E6E-497606A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26EBB9-43A2-42F8-B555-820809A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1AF26B7E-05AE-497F-BD0B-EE07692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F2727EE-A833-4D86-BB31-FDF54B4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2D8F67C-AD88-4128-AA9F-3977B05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48189E2-B096-44D8-A92C-780DD32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28864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157EF-8690-47EF-B30E-62EA6178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EFAC21-5F2C-443F-9F5F-280FBB4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5EF1957-45ED-4EA6-B273-C279690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E7B0DADF-8CA2-4EC8-B73F-B530F32E53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6576dbfc344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E6839BF8-E24A-4B29-A5E8-98E6B0548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6576dbfc344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4792DD-2DD5-4FEE-BB81-5163D87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4E1537-538A-447F-8E25-3D6EFD5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E8BF6C7-D264-4795-A607-3D6C586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3255BDA-1563-469B-B48E-945355A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C616243-4FE1-442C-98DC-983F17B0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16BBA1-7CBC-4B58-8551-F5E19BA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8D01140-CDE2-4CD9-AAE9-7533C1A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07B59E-89B6-454A-867A-2ED1056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C4934E2-69C5-4BF3-BB71-B577B4CD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6CD81B9-E37D-44B7-9823-FA5EA6F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73680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06107-FF2F-4015-AD54-8E3B2F6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F88583-E484-4E99-B916-AC8D6E3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EA2E8C6-4D7B-4360-9B5F-10BD191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B5A71FC1-F0D5-4EBB-8667-A788EDE2E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d6339dc9e4e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E68FF302-9FB4-43B3-ABDD-4BECDF9BA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d6339dc9e4e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ED3CE2-1701-4E96-B000-4EF9BAE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2F7C4B4-EE2D-40A5-AD54-E5FBF526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4F004ED-A34B-4A05-86E6-21C8BB7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6A696D-4BAE-414A-95C9-EE8F701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D2834A3-3309-4FA5-ADDA-BE54F65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88F649-4880-48E2-9F92-3ADF68B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9E0FADD5-4A18-40ED-8F7A-B9691C82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8043C8E-4823-4F91-AE8E-AF66DEC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6D13E7DA-B2C7-480A-AF17-BB3AE5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99B4E22-350D-4328-85F8-ECF3F6C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先勾选权限，再由路由守卫拦截：前端菜单与后端接口双重校验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25486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5D144EB9-2765-463F-9E6A-DB088D27AAD2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Agent 执行链路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E3B206FA-DE51-4FDA-BB32-2DD0565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gent-node-title-0">
            <a:extLst xmlns:a="http://schemas.openxmlformats.org/drawingml/2006/main">
              <a:ext uri="{FF2B5EF4-FFF2-40B4-BE49-F238E27FC236}">
                <a16:creationId xmlns:a16="http://schemas.microsoft.com/office/drawing/2014/main" id="{E168D5AD-69AE-496E-9149-D024D16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t-node-desc-0">
            <a:extLst xmlns:a="http://schemas.openxmlformats.org/drawingml/2006/main">
              <a:ext uri="{FF2B5EF4-FFF2-40B4-BE49-F238E27FC236}">
                <a16:creationId xmlns:a16="http://schemas.microsoft.com/office/drawing/2014/main" id="{9BA60F3A-EF17-42AD-B467-D3C77CE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83E11C4D-04AD-4383-BCDB-8EB60C0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D70F42FF-1916-4692-B73B-3061AB5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2" name="agent-node-title-1">
            <a:extLst xmlns:a="http://schemas.openxmlformats.org/drawingml/2006/main">
              <a:ext uri="{FF2B5EF4-FFF2-40B4-BE49-F238E27FC236}">
                <a16:creationId xmlns:a16="http://schemas.microsoft.com/office/drawing/2014/main" id="{92DCADA7-8153-4D60-A8CB-9043670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推理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t-node-desc-1">
            <a:extLst xmlns:a="http://schemas.openxmlformats.org/drawingml/2006/main">
              <a:ext uri="{FF2B5EF4-FFF2-40B4-BE49-F238E27FC236}">
                <a16:creationId xmlns:a16="http://schemas.microsoft.com/office/drawing/2014/main" id="{71F89F85-B710-4A71-AE4C-60BFC52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F56A9021-B64B-44CC-9FD7-C91043D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98FF4A43-1009-44A9-B913-58CBA95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6" name="agent-node-title-2">
            <a:extLst xmlns:a="http://schemas.openxmlformats.org/drawingml/2006/main">
              <a:ext uri="{FF2B5EF4-FFF2-40B4-BE49-F238E27FC236}">
                <a16:creationId xmlns:a16="http://schemas.microsoft.com/office/drawing/2014/main" id="{9FA23F0C-87B6-4C23-9C4D-5D6C280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工具调用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t-node-desc-2">
            <a:extLst xmlns:a="http://schemas.openxmlformats.org/drawingml/2006/main">
              <a:ext uri="{FF2B5EF4-FFF2-40B4-BE49-F238E27FC236}">
                <a16:creationId xmlns:a16="http://schemas.microsoft.com/office/drawing/2014/main" id="{EA32FCDF-BE5D-4846-B326-8E62C03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86400DC4-580C-4AF0-9CCC-3671BDE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4093B9B8-D6C2-408C-9E9C-F20EE152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0" name="agent-node-title-3">
            <a:extLst xmlns:a="http://schemas.openxmlformats.org/drawingml/2006/main">
              <a:ext uri="{FF2B5EF4-FFF2-40B4-BE49-F238E27FC236}">
                <a16:creationId xmlns:a16="http://schemas.microsoft.com/office/drawing/2014/main" id="{1F232630-932A-4114-BFFB-31D146D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 SQL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t-node-desc-3">
            <a:extLst xmlns:a="http://schemas.openxmlformats.org/drawingml/2006/main">
              <a:ext uri="{FF2B5EF4-FFF2-40B4-BE49-F238E27FC236}">
                <a16:creationId xmlns:a16="http://schemas.microsoft.com/office/drawing/2014/main" id="{D3A19887-3C43-4CC0-A508-946E38AF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6C3A02B7-4A9F-49A6-8DB6-CD28ECFE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6632FA9B-34F7-42D2-AF96-3317026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4" name="agent-node-title-4">
            <a:extLst xmlns:a="http://schemas.openxmlformats.org/drawingml/2006/main">
              <a:ext uri="{FF2B5EF4-FFF2-40B4-BE49-F238E27FC236}">
                <a16:creationId xmlns:a16="http://schemas.microsoft.com/office/drawing/2014/main" id="{85A37348-B443-4DA9-996C-FFB2D5FF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安全执行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agent-node-desc-4">
            <a:extLst xmlns:a="http://schemas.openxmlformats.org/drawingml/2006/main">
              <a:ext uri="{FF2B5EF4-FFF2-40B4-BE49-F238E27FC236}">
                <a16:creationId xmlns:a16="http://schemas.microsoft.com/office/drawing/2014/main" id="{AEDD5386-4503-483B-BED0-847523E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</a:t>
            </a: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重试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默认最多重试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次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，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可设置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少量示例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注入新会话，越用越准。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8C3787-9F0B-4BCE-ADD3-622C79D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3" y="5922645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520BB21-39A4-450B-A74E-207C5EA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5EC280-1DE3-4C78-AFD2-DFE0039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2EE8EE6-B7E6-4C09-8AC4-BAF279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C21CFE8-C2E9-4A00-AD00-D6FBEC13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8BB8A3-80A5-46AE-988B-59EBA7E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C4F6E0-FFD9-447C-BF8B-E08AD43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5" name="表格 14">
            <a:extLst xmlns:a="http://schemas.openxmlformats.org/drawingml/2006/main">
              <a:ext uri="{FF2B5EF4-FFF2-40B4-BE49-F238E27FC236}">
                <a16:creationId xmlns:a16="http://schemas.microsoft.com/office/drawing/2014/main" id="{9BD42262-1F08-4C53-A39E-EBE40845F948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>
            <a:extLst xmlns:a="http://schemas.openxmlformats.org/drawingml/2006/main">
              <a:ext uri="{FF2B5EF4-FFF2-40B4-BE49-F238E27FC236}">
                <a16:creationId xmlns:a16="http://schemas.microsoft.com/office/drawing/2014/main" id="{A8DB2E57-DDEA-4818-A925-35C7E30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66480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架构与质量、安全合规、落地与推广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BD56B4D-41EB-42D2-8561-966BB77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审计与监控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2A023D-297D-4537-9E39-191B21C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72966D2-E9B9-4E75-B19C-302A91A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5C880DA-850D-4A4F-A5A1-5F70246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8D1D6F-F302-44F9-A94D-FC5B04C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2AE83B-8627-42A9-8EFB-3A15372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dit-surface">
            <a:extLst xmlns:a="http://schemas.openxmlformats.org/drawingml/2006/main">
              <a:ext uri="{FF2B5EF4-FFF2-40B4-BE49-F238E27FC236}">
                <a16:creationId xmlns:a16="http://schemas.microsoft.com/office/drawing/2014/main" id="{06C6E5FD-2058-4C96-9074-DE3ECE5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udit-title">
            <a:extLst xmlns:a="http://schemas.openxmlformats.org/drawingml/2006/main">
              <a:ext uri="{FF2B5EF4-FFF2-40B4-BE49-F238E27FC236}">
                <a16:creationId xmlns:a16="http://schemas.microsoft.com/office/drawing/2014/main" id="{C0EA438D-AD2C-48C5-ACE1-271E888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18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dit-list">
            <a:extLst xmlns:a="http://schemas.openxmlformats.org/drawingml/2006/main">
              <a:ext uri="{FF2B5EF4-FFF2-40B4-BE49-F238E27FC236}">
                <a16:creationId xmlns:a16="http://schemas.microsoft.com/office/drawing/2014/main" id="{621AB5F6-228D-4164-BB33-19673A1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登录、SQL 执行、Agent 动作全量留痕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操作类型、SQL 文本、状态可追溯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导出 CSV / XLSX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>
            <a:extLst xmlns:a="http://schemas.openxmlformats.org/drawingml/2006/main">
              <a:ext uri="{FF2B5EF4-FFF2-40B4-BE49-F238E27FC236}">
                <a16:creationId xmlns:a16="http://schemas.microsoft.com/office/drawing/2014/main" id="{6C3EFDE2-02D4-4162-B160-4C0E433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A3FB7A0A-992B-43D6-87E2-E464469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运维监控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monitor-list">
            <a:extLst xmlns:a="http://schemas.openxmlformats.org/drawingml/2006/main">
              <a:ext uri="{FF2B5EF4-FFF2-40B4-BE49-F238E27FC236}">
                <a16:creationId xmlns:a16="http://schemas.microsoft.com/office/drawing/2014/main" id="{1A199833-F4E2-4EC6-B44E-A5327A9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连接概览与慢查询统计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不同环境表结构对比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定时导出任务状态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7427289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15B41-8487-48B8-A663-FE41EFC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安全与合规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895B40-9AAD-4126-96ED-BF734BA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A70C55-0830-4DB6-9033-9FD439B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数据不落盘、密钥可托管、操作可追溯：让这套 Agent 能通过企业安全评审。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221DB-CE9F-435A-AED7-94C27D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8F1ADD-8853-4EEA-AD77-370904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B42D9C-F928-4DB7-88E0-3FA0D98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登录密码 pbkdf2 哈希，会话使用 httponly Cookie。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C49319-E66D-4B12-B002-8B3CD85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8E3272-A1BF-4A41-BAF6-28380C4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3340258-A260-47E2-BCAA-155182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按角色控制权限，READ / DML / DDL 分级授权；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动作全量留痕，操作类型、SQL 文本与状态都可追溯。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79202A-BBDB-4380-9D4A-E8434E7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14C1F1-A501-49AF-AEE7-CA759CD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合规与交付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B133F-82A9-40F4-BFB5-E52F3E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密钥支持环境变量或独立密钥文件注入，密钥文件不入库；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审计日志按保留期（默认 180 天）自动清理；导出文件统一落盘管理。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5502541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工程质量与架构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分层解耦 + 测试覆盖，交付可维护的系统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23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架构与扩展性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routers → services → adapters 三层解耦，新增数据库只需实现适配器并注册；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统一抽象 OpenAI / Claude / Ollama。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代码质量保障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167 项后端测试覆盖 SQL 分级、连接池、权限、审计、分页等关键路径；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ruff 静态检查 + 前端 vue-tsc 类型校验。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工程复杂度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 {code, message, data} 响应与全局异常处理；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结构变更走 Alembic 迁移，Docker 多阶段构建交付单镜像。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落地与推广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不改业务系统，单机即可部署、按需复用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部署成本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不动业务系统，单机 Docker 一键启动、单端口对外；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不需要消息队列、缓存等额外中间件。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运维与兼容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统一适配层屏蔽方言差异，已支持 7 类数据源；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权限、审计、监控沿用企业现有体系。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复用与推广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连接、权限、报表全部配置化：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换一套数据库、换一个团队即可复用，推广成本低。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C180E3-19B3-47EE-8BFE-3565AA9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2A0302-B2D1-4354-A077-7F131DD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046B15D-A373-46CB-9EDA-00C94FA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61622F-BACB-47F5-9DC1-C70BBAE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1423946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附录 · 答辩准备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评委常问的问题，先给出可验证的答案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26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以下问题覆盖安全、扩展性、性能与落地成本，答案都对应产品里已经实现的能力。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F291BDC2-C31F-4276-A0DF-71CA0A32A63B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评委追问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应答要点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会误删数据吗？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写操作一律二次确认，DDL 额外高危提示；确认记录 5 分钟过期、只能消费一次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分级授权 + 确认机制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数据库密码怎么保护？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密码、SSH 私钥、AI Key 均为 Fernet 加密入库，接口只返回 has_key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密钥可环境变量注入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支持哪些数据库？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类数据源；OceanBase、GoldenDB 复用 MySQL 协议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适配器层可直接扩展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大结果集会不会卡住？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分页 + 最大行数限制，Agent 结果超限时截断提示，前端虚拟滚动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端到端限流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部署与运维成本高吗？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单机 Docker 一键启动、单端口，/metrics 可接入现有监控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无外部中间件依赖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2026-10-14T09:24:05.5140000Z</dcterms:created>
  <dcterms:modified xsi:type="dcterms:W3CDTF">2026-10-14T09:24:05.5140000Z</dcterms:modified>
</coreProperties>
</file>